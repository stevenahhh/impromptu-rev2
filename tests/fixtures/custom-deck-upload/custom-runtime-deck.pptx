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embeddedFontLst>
    <p:embeddedFont>
      <p:font typeface="DejaVu Sans"/>
      <p:regular r:id="rIdImpromptu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ImpromptuFont" Type="http://schemas.openxmlformats.org/officeDocument/2006/relationships/font" Target="fonts/impromptu.fntdata" Guid="{001B70DC-AA60-4AD5-90EC-18A0948E1EAE}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ntrance target"/>
          <p:cNvSpPr/>
          <p:nvPr/>
        </p:nvSpPr>
        <p:spPr>
          <a:xfrm>
            <a:off x="914400" y="914400"/>
            <a:ext cx="2743200" cy="1143000"/>
          </a:xfrm>
          <a:prstGeom prst="roundRect">
            <a:avLst/>
          </a:prstGeom>
          <a:solidFill>
            <a:srgbClr val="0057B8"/>
          </a:solidFill>
          <a:ln w="25400">
            <a:solidFill>
              <a:srgbClr val="242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 b="1">
                <a:solidFill>
                  <a:srgbClr val="FFFFFF"/>
                </a:solidFill>
                <a:latin typeface="DejaVu Sans"/>
              </a:rPr>
              <a:t>Entrance target</a:t>
            </a:r>
          </a:p>
        </p:txBody>
      </p:sp>
      <p:sp>
        <p:nvSpPr>
          <p:cNvPr id="3" name="Emphasis target"/>
          <p:cNvSpPr/>
          <p:nvPr/>
        </p:nvSpPr>
        <p:spPr>
          <a:xfrm>
            <a:off x="4709160" y="2377440"/>
            <a:ext cx="2743200" cy="1143000"/>
          </a:xfrm>
          <a:prstGeom prst="roundRect">
            <a:avLst/>
          </a:prstGeom>
          <a:solidFill>
            <a:srgbClr val="7A3DB8"/>
          </a:solidFill>
          <a:ln w="25400">
            <a:solidFill>
              <a:srgbClr val="242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 b="1">
                <a:solidFill>
                  <a:srgbClr val="FFFFFF"/>
                </a:solidFill>
                <a:latin typeface="DejaVu Sans"/>
              </a:rPr>
              <a:t>Emphasis target</a:t>
            </a:r>
          </a:p>
        </p:txBody>
      </p:sp>
      <p:sp>
        <p:nvSpPr>
          <p:cNvPr id="4" name="Exit target"/>
          <p:cNvSpPr/>
          <p:nvPr/>
        </p:nvSpPr>
        <p:spPr>
          <a:xfrm>
            <a:off x="8503920" y="4114800"/>
            <a:ext cx="2743200" cy="1143000"/>
          </a:xfrm>
          <a:prstGeom prst="roundRect">
            <a:avLst/>
          </a:prstGeom>
          <a:solidFill>
            <a:srgbClr val="F15A24"/>
          </a:solidFill>
          <a:ln w="25400">
            <a:solidFill>
              <a:srgbClr val="242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 b="1">
                <a:solidFill>
                  <a:srgbClr val="FFFFFF"/>
                </a:solidFill>
                <a:latin typeface="DejaVu Sans"/>
              </a:rPr>
              <a:t>Exit target</a:t>
            </a:r>
          </a:p>
        </p:txBody>
      </p:sp>
    </p:spTree>
  </p:cSld>
  <p:clrMapOvr>
    <a:masterClrMapping/>
  </p:clrMapOvr>
  <p:transition advClick="1">
    <p:fade/>
  </p:transition>
  <p:timing>
    <p:tnLst>
      <p:par>
        <p:cTn nodeType="tmRoot">
          <p:childTnLst>
            <p:seq>
              <p:cTn nodeType="mainSeq">
                <p:childTnLst>
                  <p:par>
                    <p:cTn>
                      <p:childTnLst>
                        <p:par>
                          <p:cTn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dur="18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>
                      <p:childTnLst>
                        <p:par>
                          <p:cTn presetID="11" presetClass="emph" presetSubtype="0" nodeType="clickEffect">
                            <p:stCondLst>
                              <p:cond delay="0"/>
                            </p:stCondLst>
                            <p:childTnLst>
                              <p:anim clrSpc="rgb" from="#0057B8" to="#F15A24">
                                <p:cBhvr>
                                  <p:cTn dur="240"/>
                                  <p:tgtEl>
                                    <p:spTgt spid="3"/>
                                  </p:tgtEl>
                                </p:cBhvr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>
                      <p:childTnLst>
                        <p:par>
                          <p:cTn presetID="10" presetClass="exit" presetSubtype="0" nodeType="clickEffect">
                            <p:stCondLst>
                              <p:cond delay="0"/>
                            </p:stCondLst>
                            <p:childTnLst>
                              <p:animEffect transition="out" filter="fade">
                                <p:cBhvr>
                                  <p:cTn dur="18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 runtime deck</dc:title>
  <dc:subject/>
  <dc:creator>Impromptu QA</dc:creator>
  <cp:keywords/>
  <dc:description>generated using python-pptx</dc:description>
  <cp:lastModifiedBy>Steve Canny</cp:lastModifiedBy>
  <cp:revision>1</cp:revision>
  <dcterms:created xsi:type="dcterms:W3CDTF">2024-01-01T00:00:00Z</dcterms:created>
  <dcterms:modified xsi:type="dcterms:W3CDTF">2024-01-01T00:00:00Z</dcterms:modified>
  <cp:category/>
</cp:coreProperties>
</file>