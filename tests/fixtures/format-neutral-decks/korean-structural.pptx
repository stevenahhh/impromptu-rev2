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84200"/>
            <a:ext cx="76200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8181B"/>
                </a:solidFill>
                <a:latin typeface="Apple SD Gothic Neo"/>
              </a:rPr>
              <a:t>형식 중립 근거 자료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346200"/>
            <a:ext cx="7620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8181B"/>
                </a:solidFill>
                <a:latin typeface="Apple SD Gothic Neo"/>
              </a:rPr>
              <a:t>한빛유통 2026년 사업 전략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803400"/>
            <a:ext cx="7620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8181B"/>
                </a:solidFill>
                <a:latin typeface="Apple SD Gothic Neo"/>
              </a:rPr>
              <a:t>작성: 경영기획본부, 2026년 1월 15일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84200"/>
            <a:ext cx="76200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8181B"/>
                </a:solidFill>
                <a:latin typeface="Apple SD Gothic Neo"/>
              </a:rPr>
              <a:t>매출 실적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346200"/>
            <a:ext cx="7620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8181B"/>
                </a:solidFill>
                <a:latin typeface="Apple SD Gothic Neo"/>
              </a:rPr>
              <a:t>2025년 연간 매출은 482억 원으로 전년 대비 23% 증가했다.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803400"/>
            <a:ext cx="7620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8181B"/>
                </a:solidFill>
                <a:latin typeface="Apple SD Gothic Neo"/>
              </a:rPr>
              <a:t>대면 판매 채널 매출은 217억 원이고 온라인 몰 매출은 265억 원이다.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260600"/>
            <a:ext cx="7620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8181B"/>
                </a:solidFill>
                <a:latin typeface="Apple SD Gothic Neo"/>
              </a:rPr>
              <a:t>4분기 매출은 분기 사상 최대인 151억 원을 기록했다.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84200"/>
            <a:ext cx="76200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8181B"/>
                </a:solidFill>
                <a:latin typeface="Apple SD Gothic Neo"/>
              </a:rPr>
              <a:t>구독 사업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346200"/>
            <a:ext cx="7620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8181B"/>
                </a:solidFill>
                <a:latin typeface="Apple SD Gothic Neo"/>
              </a:rPr>
              <a:t>유료 구독자 수는 2025년 말 기준 12,400명이다.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803400"/>
            <a:ext cx="7620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8181B"/>
                </a:solidFill>
                <a:latin typeface="Apple SD Gothic Neo"/>
              </a:rPr>
              <a:t>월 구독 객단가는 19,000원이고 연 구독 유지율은 78%다.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260600"/>
            <a:ext cx="7620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8181B"/>
                </a:solidFill>
                <a:latin typeface="Apple SD Gothic Neo"/>
              </a:rPr>
              <a:t>2026년 말까지 구독자 20,000명 달성을 목표로 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84200"/>
            <a:ext cx="76200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8181B"/>
                </a:solidFill>
                <a:latin typeface="Apple SD Gothic Neo"/>
              </a:rPr>
              <a:t>신규 상품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346200"/>
            <a:ext cx="7620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8181B"/>
                </a:solidFill>
                <a:latin typeface="Apple SD Gothic Neo"/>
              </a:rPr>
              <a:t>2026년 3월에 프리미엄 배송 상품 단비를 출시한다.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803400"/>
            <a:ext cx="7620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8181B"/>
                </a:solidFill>
                <a:latin typeface="Apple SD Gothic Neo"/>
              </a:rPr>
              <a:t>단비는 서울과 부산 등 6개 권역에서 우선 운영한다.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260600"/>
            <a:ext cx="7620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8181B"/>
                </a:solidFill>
                <a:latin typeface="Apple SD Gothic Neo"/>
              </a:rPr>
              <a:t>초기 투자는 85억 원이고 손익분기 도달 시점은 2028년으로 본다.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84200"/>
            <a:ext cx="76200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8181B"/>
                </a:solidFill>
                <a:latin typeface="Apple SD Gothic Neo"/>
              </a:rPr>
              <a:t>시장 환경과 경쟁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346200"/>
            <a:ext cx="7620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8181B"/>
                </a:solidFill>
                <a:latin typeface="Apple SD Gothic Neo"/>
              </a:rPr>
              <a:t>국내 유통 시장의 온라인 비중은 2025년에 42.7%였다.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803400"/>
            <a:ext cx="7620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8181B"/>
                </a:solidFill>
                <a:latin typeface="Apple SD Gothic Neo"/>
              </a:rPr>
              <a:t>경쟁사 모아마켓의 점유율은 18.2%로 업계 2위다.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260600"/>
            <a:ext cx="7620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8181B"/>
                </a:solidFill>
                <a:latin typeface="Apple SD Gothic Neo"/>
              </a:rPr>
              <a:t>물류 인건비는 최근 3년간 연평균 9.6% 올랐다.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84200"/>
            <a:ext cx="76200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8181B"/>
                </a:solidFill>
                <a:latin typeface="Apple SD Gothic Neo"/>
              </a:rPr>
              <a:t>2026년 실행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346200"/>
            <a:ext cx="7620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8181B"/>
                </a:solidFill>
                <a:latin typeface="Apple SD Gothic Neo"/>
              </a:rPr>
              <a:t>1분기에 물류센터 자동화 로봇 12대를 도입한다.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803400"/>
            <a:ext cx="7620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8181B"/>
                </a:solidFill>
                <a:latin typeface="Apple SD Gothic Neo"/>
              </a:rPr>
              <a:t>2분기에 충청권 신규 물류센터를 준공한다.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260600"/>
            <a:ext cx="7620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8181B"/>
                </a:solidFill>
                <a:latin typeface="Apple SD Gothic Neo"/>
              </a:rPr>
              <a:t>3분기에 단비 권역을 12개로 확대하고 앱 3.0을 출시한다.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717800"/>
            <a:ext cx="7620000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8181B"/>
                </a:solidFill>
                <a:latin typeface="Apple SD Gothic Neo"/>
              </a:rPr>
              <a:t>연말까지 매출 610억 원과 영업이익률 8.5%를 달성한다.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Format-neutral Korean ingestion fixture</dc:title>
  <dc:subject>Synthetic fixture for structural extraction</dc:subject>
  <dc:creator>Impromptu fixture generator</dc:creator>
  <cp:keywords/>
  <dc:description>generated using python-pptx</dc:description>
  <cp:lastModifiedBy>Impromptu fixture generator</cp:lastModifiedBy>
  <cp:revision>1</cp:revision>
  <dcterms:created xsi:type="dcterms:W3CDTF">2024-01-01T00:00:00Z</dcterms:created>
  <dcterms:modified xsi:type="dcterms:W3CDTF">2024-01-01T00:00:00Z</dcterms:modified>
  <cp:category/>
</cp:coreProperties>
</file>