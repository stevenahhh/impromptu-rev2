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960120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18181B"/>
                </a:solidFill>
                <a:latin typeface="Apple SD Gothic Neo"/>
              </a:rPr>
              <a:t>발표가 흐르도록.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71717A"/>
                </a:solidFill>
                <a:latin typeface="Apple SD Gothic Neo"/>
              </a:rPr>
              <a:t>파일 하나로 슬라이드, 발표자 콘솔, 근거 준비, 외장 화면을 연결합니다.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160520"/>
            <a:ext cx="3154680" cy="1143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62272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AFAFA"/>
                </a:solidFill>
                <a:latin typeface="Apple SD Gothic Neo"/>
              </a:rPr>
              <a:t>PPTX / PDF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DEMO DECK · 2026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ple SD Gothic Neo"/>
              </a:rPr>
              <a:t>발표 전 10분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18181B"/>
                </a:solidFill>
                <a:latin typeface="Apple SD Gothic Neo"/>
              </a:rPr>
              <a:t>도구를 준비하느라
발표를 놓칩니다.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9784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Apple SD Gothic Neo"/>
              </a:rPr>
              <a:t>파일, 발표자 노트, 근거 검색, 화면 연결이 서로 다른 도구에 흩어져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96512"/>
            <a:ext cx="914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8181B"/>
                </a:solidFill>
                <a:latin typeface="Menlo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45152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Apple SD Gothic Neo"/>
              </a:rPr>
              <a:t>도구 전환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84048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096512"/>
            <a:ext cx="914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8181B"/>
                </a:solidFill>
                <a:latin typeface="Menlo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645152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Apple SD Gothic Neo"/>
              </a:rPr>
              <a:t>설정 단계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84048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096512"/>
            <a:ext cx="914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8181B"/>
                </a:solidFill>
                <a:latin typeface="Menlo"/>
              </a:rPr>
              <a:t>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645152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Apple SD Gothic Neo"/>
              </a:rPr>
              <a:t>하나의 기준 화면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ple SD Gothic Neo"/>
              </a:rPr>
              <a:t>한 화면, 세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18181B"/>
                </a:solidFill>
                <a:latin typeface="Apple SD Gothic Neo"/>
              </a:rPr>
              <a:t>올리고. 연결하고. 시작합니다.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9784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Apple SD Gothic Neo"/>
              </a:rPr>
              <a:t>준비 상태가 한 방향으로 흐르기 때문에 발표자는 다음 행동만 확인하면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3337560" cy="16916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04487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4D4D8"/>
                </a:solidFill>
                <a:latin typeface="Menl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1596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Apple SD Gothic Neo"/>
              </a:rPr>
              <a:t>슬라이드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27448"/>
            <a:ext cx="2743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4D4D8"/>
                </a:solidFill>
                <a:latin typeface="Apple SD Gothic Neo"/>
              </a:rPr>
              <a:t>PPTX 또는 PDF를 놓습니다.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70332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904487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Menl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31596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Apple SD Gothic Neo"/>
              </a:rPr>
              <a:t>화면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727448"/>
            <a:ext cx="2743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Apple SD Gothic Neo"/>
              </a:rPr>
              <a:t>Stage와 외장 디스플레이를 확인합니다.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70332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904487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Menl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31596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Apple SD Gothic Neo"/>
              </a:rPr>
              <a:t>발표 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727448"/>
            <a:ext cx="2743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Apple SD Gothic Neo"/>
              </a:rPr>
              <a:t>하나의 버튼으로 발표를 엽니다.</a:t>
            </a:r>
          </a:p>
        </p:txBody>
      </p:sp>
    </p:spTree>
  </p:cSld>
  <p:transition spd="med">
    <p:push dir="l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ple SD Gothic Neo"/>
              </a:rPr>
              <a:t>발표는 기다리지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18181B"/>
                </a:solidFill>
                <a:latin typeface="Apple SD Gothic Neo"/>
              </a:rPr>
              <a:t>AI 근거 준비는
뒤에서 계속됩니다.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9784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Apple SD Gothic Neo"/>
              </a:rPr>
              <a:t>업로드 직후 발표 화면은 열리고, 근거는 상태와 출처를 가진 카드로 준비됩니다.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05156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41732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pple SD Gothic Neo"/>
              </a:rPr>
              <a:t>근거 준비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148840"/>
            <a:ext cx="3703320" cy="71323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295144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Apple SD Gothic Neo"/>
              </a:rPr>
              <a:t>슬라이드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29514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16A34A"/>
                </a:solidFill>
                <a:latin typeface="Apple SD Gothic Neo"/>
              </a:rPr>
              <a:t>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108960"/>
            <a:ext cx="3703320" cy="71323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255264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Apple SD Gothic Neo"/>
              </a:rPr>
              <a:t>출처 교차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325526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Apple SD Gothic Neo"/>
              </a:rPr>
              <a:t>진행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069080"/>
            <a:ext cx="3703320" cy="71323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215384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Apple SD Gothic Neo"/>
              </a:rPr>
              <a:t>발표자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421538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71717A"/>
                </a:solidFill>
                <a:latin typeface="Apple SD Gothic Neo"/>
              </a:rPr>
              <a:t>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983480"/>
            <a:ext cx="3703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ple SD Gothic Neo"/>
              </a:rPr>
              <a:t>발표 준비 완료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ple SD Gothic Neo"/>
              </a:rPr>
              <a:t>청중에게는 Stage만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18181B"/>
                </a:solidFill>
                <a:latin typeface="Apple SD Gothic Neo"/>
              </a:rPr>
              <a:t>외장 화면은 공개 정보만
표시합니다.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9784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Apple SD Gothic Neo"/>
              </a:rPr>
              <a:t>발표자 콘솔과 청중 화면을 분리하고, 화면 구성에 맞춰 안전한 모드를 선택합니다.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401568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349300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Apple SD Gothic Neo"/>
              </a:rPr>
              <a:t>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493008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Apple SD Gothic Neo"/>
              </a:rPr>
              <a:t>발표자와 청중 화면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178808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427024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Apple SD Gothic Neo"/>
              </a:rPr>
              <a:t>복제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270248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Apple SD Gothic Neo"/>
              </a:rPr>
              <a:t>공개 화면 안전장치 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956048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504748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Apple SD Gothic Neo"/>
              </a:rPr>
              <a:t>단일 화면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5047488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Apple SD Gothic Neo"/>
              </a:rPr>
              <a:t>Stage 중심 대체 흐름</a:t>
            </a:r>
          </a:p>
        </p:txBody>
      </p:sp>
    </p:spTree>
  </p:cSld>
  <p:transition spd="med">
    <p:push dir="l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ple SD Gothic Neo"/>
              </a:rPr>
              <a:t>발표자 콘솔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18181B"/>
                </a:solidFill>
                <a:latin typeface="Apple SD Gothic Neo"/>
              </a:rPr>
              <a:t>슬라이드와 근거를
같은 자리에서 제어합니다.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9784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Apple SD Gothic Neo"/>
              </a:rPr>
              <a:t>현재 슬라이드, 다음 슬라이드, 승인된 근거, 화면 상태가 발표자에게만 보입니다.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143000"/>
            <a:ext cx="4709160" cy="4343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81328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Menlo"/>
              </a:rPr>
              <a:t>03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920240"/>
            <a:ext cx="34747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AFAFA"/>
                </a:solidFill>
                <a:latin typeface="Apple SD Gothic Neo"/>
              </a:rPr>
              <a:t>한 화면,
세 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730752"/>
            <a:ext cx="3977639" cy="109728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3904487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Apple SD Gothic Neo"/>
              </a:rPr>
              <a:t>승인된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4251960"/>
            <a:ext cx="3383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AFAFA"/>
                </a:solidFill>
                <a:latin typeface="Apple SD Gothic Neo"/>
              </a:rPr>
              <a:t>공개 화면에는 검증된 내용만 표시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181B"/>
                </a:solidFill>
                <a:latin typeface="Apple SD Gothic Neo"/>
              </a:rPr>
              <a:t>IMPROMPTU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Apple SD Gothic Neo"/>
              </a:rPr>
              <a:t>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286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3152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8181B"/>
                </a:solidFill>
                <a:latin typeface="Apple SD Gothic Neo"/>
              </a:rPr>
              <a:t>준비됐습니다.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7315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  <a:latin typeface="Apple SD Gothic Neo"/>
              </a:rPr>
              <a:t>이제 발표에 집중하세요.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86200"/>
            <a:ext cx="388620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33087"/>
            <a:ext cx="3246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Apple SD Gothic Neo"/>
              </a:rPr>
              <a:t>발표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impromptu.local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Impromptu 샘플 발표</dc:title>
  <dc:subject>업로드부터 발표 시작까지의 제품 흐름</dc:subject>
  <dc:creator>Impromptu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