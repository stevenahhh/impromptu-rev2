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임프롬프투 렌더링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그룹 · 중첩 그룹 · 숨김 도형 · 표 · 연결선 · 애니메이션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카드A"/>
          <p:cNvSpPr/>
          <p:nvPr/>
        </p:nvSpPr>
        <p:spPr>
          <a:xfrm>
            <a:off x="731520" y="731520"/>
            <a:ext cx="2743200" cy="146304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카드 A</a:t>
            </a:r>
          </a:p>
        </p:txBody>
      </p:sp>
      <p:sp>
        <p:nvSpPr>
          <p:cNvPr id="3" name="카드B"/>
          <p:cNvSpPr/>
          <p:nvPr/>
        </p:nvSpPr>
        <p:spPr>
          <a:xfrm>
            <a:off x="8412480" y="4206240"/>
            <a:ext cx="2377440" cy="1463040"/>
          </a:xfrm>
          <a:prstGeom prst="ellipse">
            <a:avLst/>
          </a:prstGeom>
          <a:solidFill>
            <a:srgbClr val="C05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카드 B</a:t>
            </a:r>
          </a:p>
        </p:txBody>
      </p:sp>
      <p:grpSp>
        <p:nvGrpSpPr>
          <p:cNvPr id="8" name="바깥그룹"/>
          <p:cNvGrpSpPr/>
          <p:nvPr/>
        </p:nvGrpSpPr>
        <p:grpSpPr>
          <a:xfrm>
            <a:off x="4572000" y="914400"/>
            <a:ext cx="2743200" cy="2103120"/>
            <a:chOff x="4572000" y="914400"/>
            <a:chExt cx="2743200" cy="2103120"/>
          </a:xfrm>
        </p:grpSpPr>
        <p:grpSp>
          <p:nvGrpSpPr>
            <p:cNvPr id="6" name="내부그룹"/>
            <p:cNvGrpSpPr/>
            <p:nvPr/>
          </p:nvGrpSpPr>
          <p:grpSpPr>
            <a:xfrm>
              <a:off x="4572000" y="914400"/>
              <a:ext cx="2743200" cy="914400"/>
              <a:chOff x="4572000" y="914400"/>
              <a:chExt cx="2743200" cy="914400"/>
            </a:xfrm>
          </p:grpSpPr>
          <p:sp>
            <p:nvSpPr>
              <p:cNvPr id="4" name="그룹내부1"/>
              <p:cNvSpPr/>
              <p:nvPr/>
            </p:nvSpPr>
            <p:spPr>
              <a:xfrm>
                <a:off x="4572000" y="914400"/>
                <a:ext cx="1280160" cy="9144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G1</a:t>
                </a:r>
              </a:p>
            </p:txBody>
          </p:sp>
          <p:sp>
            <p:nvSpPr>
              <p:cNvPr id="5" name="그룹내부2"/>
              <p:cNvSpPr/>
              <p:nvPr/>
            </p:nvSpPr>
            <p:spPr>
              <a:xfrm>
                <a:off x="6035040" y="914400"/>
                <a:ext cx="1280160" cy="914400"/>
              </a:xfrm>
              <a:prstGeom prst="diamond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G2</a:t>
                </a:r>
              </a:p>
            </p:txBody>
          </p:sp>
        </p:grpSp>
        <p:sp>
          <p:nvSpPr>
            <p:cNvPr id="7" name="그룹내부3"/>
            <p:cNvSpPr/>
            <p:nvPr/>
          </p:nvSpPr>
          <p:spPr>
            <a:xfrm>
              <a:off x="4572000" y="2103120"/>
              <a:ext cx="2743200" cy="914400"/>
            </a:xfrm>
            <a:prstGeom prst="homePlat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G3</a:t>
              </a:r>
            </a:p>
          </p:txBody>
        </p:sp>
      </p:grpSp>
      <p:sp>
        <p:nvSpPr>
          <p:cNvPr id="9" name="숨김도형" hidden="1"/>
          <p:cNvSpPr/>
          <p:nvPr/>
        </p:nvSpPr>
        <p:spPr>
          <a:xfrm>
            <a:off x="914400" y="5029200"/>
            <a:ext cx="1828800" cy="9144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754880"/>
            <a:ext cx="1097280" cy="1097280"/>
          </a:xfrm>
          <a:prstGeom prst="rect">
            <a:avLst/>
          </a:prstGeom>
        </p:spPr>
      </p:pic>
      <p:cxnSp>
        <p:nvCxnSpPr>
          <p:cNvPr id="11" name="연결선"/>
          <p:cNvCxnSpPr/>
          <p:nvPr/>
        </p:nvCxnSpPr>
        <p:spPr>
          <a:xfrm>
            <a:off x="3657600" y="2011680"/>
            <a:ext cx="4572000" cy="2377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8412480" y="914400"/>
          <a:ext cx="3108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</a:tblGrid>
              <a:tr h="640080">
                <a:tc>
                  <a:txBody>
                    <a:bodyPr/>
                    <a:lstStyle/>
                    <a:p>
                      <a:r>
                        <a:t>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35 L 0 0 E" pathEditMode="relative" ptsTypes="">
                                      <p:cBhvr>
                                        <p:cTn id="10" dur="9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lrSpc="rgb" dir="in" from="#0070C0" to="#FF0000">
                                      <p:cBhvr additive="base">
                                        <p:cTn id="14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빈 본문 플레이스홀더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